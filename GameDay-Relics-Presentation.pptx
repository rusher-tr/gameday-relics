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GameDay-Relics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Modern E-Commerce Platform for Sports Memorabilia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GameDay-Relics?</a:t>
            </a:r>
          </a:p>
          <a:p>
            <a:pPr/>
            <a:r>
              <a:t>A full-stack e-commerce application designed for buying and selling sports relics and memorabilia.</a:t>
            </a:r>
          </a:p>
          <a:p>
            <a:pPr/>
            <a:r>
              <a:t>Connects buyers with sellers in a secure and user-friendly environment.</a:t>
            </a:r>
          </a:p>
          <a:p>
            <a:pPr/>
            <a:r>
              <a:t>Built with modern web technologies for performance and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</a:t>
            </a:r>
          </a:p>
          <a:p>
            <a:pPr/>
            <a:r>
              <a:t>- Framework: React (via Vite) for a fast and reactive UI.</a:t>
            </a:r>
          </a:p>
          <a:p>
            <a:pPr/>
            <a:r>
              <a:t>- Language: TypeScript for type safety and code quality.</a:t>
            </a:r>
          </a:p>
          <a:p>
            <a:pPr/>
            <a:r>
              <a:t>- Styling: Tailwind CSS for modern, responsive design.</a:t>
            </a:r>
          </a:p>
          <a:p>
            <a:pPr/>
            <a:r>
              <a:t>- Routing: React Router DOM for seamless navigation.</a:t>
            </a:r>
          </a:p>
          <a:p>
            <a:pPr/>
          </a:p>
          <a:p>
            <a:pPr/>
            <a:r>
              <a:t>Backend:</a:t>
            </a:r>
          </a:p>
          <a:p>
            <a:pPr/>
            <a:r>
              <a:t>- Runtime: Node.js.</a:t>
            </a:r>
          </a:p>
          <a:p>
            <a:pPr/>
            <a:r>
              <a:t>- Framework: Express.js for robust API handling.</a:t>
            </a:r>
          </a:p>
          <a:p>
            <a:pPr/>
            <a:r>
              <a:t>- Database: MongoDB (with Mongoose) for flexible data modeling.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Integrations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&amp; Payments:</a:t>
            </a:r>
          </a:p>
          <a:p>
            <a:pPr/>
            <a:r>
              <a:t>- Authentication: JWT &amp; bcrypt for secure user management.</a:t>
            </a:r>
          </a:p>
          <a:p>
            <a:pPr/>
            <a:r>
              <a:t>- Payments: Stripe integration for secure transactions.</a:t>
            </a:r>
          </a:p>
          <a:p>
            <a:pPr/>
          </a:p>
          <a:p>
            <a:pPr/>
            <a:r>
              <a:t>Media &amp; Utilities:</a:t>
            </a:r>
          </a:p>
          <a:p>
            <a:pPr/>
            <a:r>
              <a:t>- File Storage: Cloudinary &amp; Multer for efficient image uploads.</a:t>
            </a:r>
          </a:p>
          <a:p>
            <a:pPr/>
            <a:r>
              <a:t>- Notifications: React Toastify for real-time user feedback.</a:t>
            </a:r>
          </a:p>
          <a:p>
            <a:pPr/>
            <a:r>
              <a:t>- Icons: Lucide React for a clean and consistent icon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-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Browsing: Intuitive catalog with search and filtering.</a:t>
            </a:r>
          </a:p>
          <a:p>
            <a:pPr/>
            <a:r>
              <a:t>Shopping Cart: Persistent cart functionality.</a:t>
            </a:r>
          </a:p>
          <a:p>
            <a:pPr/>
            <a:r>
              <a:t>Secure Checkout: Integrated Stripe payment gateway.</a:t>
            </a:r>
          </a:p>
          <a:p>
            <a:pPr/>
            <a:r>
              <a:t>Responsive Design: Optimized for desktop, tablet, and mobile.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 - Platform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Access Control: Distinct roles for Admins, Sellers, and Buyers.</a:t>
            </a:r>
          </a:p>
          <a:p>
            <a:pPr/>
            <a:r>
              <a:t>Seller Verification: Dedicated flows to verify seller identity.</a:t>
            </a:r>
          </a:p>
          <a:p>
            <a:pPr/>
            <a:r>
              <a:t>Dispute Resolution: Built-in system to handle order disputes.</a:t>
            </a:r>
          </a:p>
          <a:p>
            <a:pPr/>
            <a:r>
              <a:t>Audit Logging: Comprehensive tracking of system activities.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RESTful API: Organized routes for Users, Products, Orders, etc.</a:t>
            </a:r>
          </a:p>
          <a:p>
            <a:pPr/>
            <a:r>
              <a:t>Data Models:</a:t>
            </a:r>
          </a:p>
          <a:p>
            <a:pPr/>
            <a:r>
              <a:t>- Users (Buyers/Sellers/Admins)</a:t>
            </a:r>
          </a:p>
          <a:p>
            <a:pPr/>
            <a:r>
              <a:t>- Products (Inventory)</a:t>
            </a:r>
          </a:p>
          <a:p>
            <a:pPr/>
            <a:r>
              <a:t>- Orders (Transactions)</a:t>
            </a:r>
          </a:p>
          <a:p>
            <a:pPr/>
            <a:r>
              <a:t>- Disputes &amp; Verifications</a:t>
            </a:r>
          </a:p>
          <a:p>
            <a:pPr/>
            <a:r>
              <a:t>Middleware: Custom auth, error handling, and file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Management: Oversee user accounts and roles.</a:t>
            </a:r>
          </a:p>
          <a:p>
            <a:pPr/>
            <a:r>
              <a:t>Product Oversight: Monitor listings and ensure quality.</a:t>
            </a:r>
          </a:p>
          <a:p>
            <a:pPr/>
            <a:r>
              <a:t>Dispute Management: Intervene in transaction issues.</a:t>
            </a:r>
          </a:p>
          <a:p>
            <a:pPr/>
            <a:r>
              <a:t>System Monitoring: Access to audit logs and system health.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GameDay-Relics delivers:</a:t>
            </a:r>
          </a:p>
          <a:p>
            <a:pPr/>
            <a:r>
              <a:t>- A secure, scalable, and feature-rich marketplace.</a:t>
            </a:r>
          </a:p>
          <a:p>
            <a:pPr/>
            <a:r>
              <a:t>- A modern developer experience with TypeScript and Vite.</a:t>
            </a:r>
          </a:p>
          <a:p>
            <a:pPr/>
            <a:r>
              <a:t>- Trust and safety features like verification and dispute handling.</a:t>
            </a:r>
          </a:p>
          <a:p>
            <a:pPr/>
          </a:p>
          <a:p>
            <a:pPr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